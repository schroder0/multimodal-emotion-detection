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Multimodal Emotion Detection via Chain-of-Thought Reasoning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Extending Generative Emotional Reasoning to Text, Emojis, and Images</a:t>
            </a:r>
          </a:p>
          <a:p/>
          <a:p>
            <a:r>
              <a:t>Aaryan Kuntal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Emotion detection is a fundamental challenge in affective computing.</a:t>
            </a:r>
          </a:p>
          <a:p>
            <a:pPr lvl="1"/>
            <a:r>
              <a:t>Historically dominated by unimodal approaches and rigid classifiers.</a:t>
            </a:r>
          </a:p>
          <a:p>
            <a:pPr/>
            <a:r>
              <a:t>Human emotional expression is inherently multimodal.</a:t>
            </a:r>
          </a:p>
          <a:p>
            <a:pPr lvl="1"/>
            <a:r>
              <a:t>Utilizes text, facial expressions, vocal intonations, emojis, and images.</a:t>
            </a:r>
          </a:p>
          <a:p>
            <a:pPr/>
            <a:r>
              <a:t>Our approach: Leverage the generative capabilities of Large Language Models (LLMs).</a:t>
            </a:r>
          </a:p>
          <a:p>
            <a:pPr lvl="1"/>
            <a:r>
              <a:t>Integrate textual data, semantic emoji interpretation, and visual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Multimodal? Why Reasoning?</a:t>
            </a:r>
          </a:p>
          <a:p>
            <a:pPr lvl="1"/>
            <a:r>
              <a:t>Traditional emotion detection uses rigid classification (e.g., text -&gt; happy).</a:t>
            </a:r>
          </a:p>
          <a:p>
            <a:pPr lvl="1"/>
            <a:r>
              <a:t>Human emotion is complex and often masked.</a:t>
            </a:r>
          </a:p>
          <a:p>
            <a:pPr lvl="2"/>
            <a:r>
              <a:t>Saying 'I'm fine 🙂' while sitting alone in a dark room.</a:t>
            </a:r>
          </a:p>
          <a:p>
            <a:pPr lvl="1"/>
            <a:r>
              <a:t>We must look at text, emojis, and visual cues simultaneously to resolve ambiguity.</a:t>
            </a:r>
          </a:p>
          <a:p>
            <a:pPr/>
            <a:r>
              <a:t>The Goal: Move from classifying emotions to reasoning about them step-by-step.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Paper &amp; 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 Paper: Emotion Detection via Chain-of-Thought Reasoning (arXiv:2408.04906v1)</a:t>
            </a:r>
          </a:p>
          <a:p>
            <a:pPr lvl="1"/>
            <a:r>
              <a:t>First work to use a generative approach to jointly address emotion detection and reasoning.</a:t>
            </a:r>
          </a:p>
          <a:p>
            <a:pPr lvl="1"/>
            <a:r>
              <a:t>Proves that asking an LLM to generate background knowledge improves accuracy.</a:t>
            </a:r>
          </a:p>
          <a:p>
            <a:pPr/>
            <a:r>
              <a:t>Our Extension:</a:t>
            </a:r>
          </a:p>
          <a:p>
            <a:pPr lvl="1"/>
            <a:r>
              <a:t>We take this text-based concept and expand it to a fully multimodal architecture.</a:t>
            </a:r>
          </a:p>
          <a:p>
            <a:pPr lvl="1"/>
            <a:r>
              <a:t>Integrates Vision-Language Models (BLIP) with LLMs (LLaMA).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Designed to handle structures similar to standard benchmark datasets:</a:t>
            </a:r>
          </a:p>
          <a:p>
            <a:pPr lvl="1"/>
            <a:r>
              <a:t>CMU-MOSEI: Large-scale dataset for sentiment and emotion.</a:t>
            </a:r>
          </a:p>
          <a:p>
            <a:pPr lvl="1"/>
            <a:r>
              <a:t>IEMOCAP: Multimodal database of dyadic conversations.</a:t>
            </a:r>
          </a:p>
          <a:p>
            <a:pPr/>
            <a:r>
              <a:t>Our Experimental Setup:</a:t>
            </a:r>
          </a:p>
          <a:p>
            <a:pPr lvl="1"/>
            <a:r>
              <a:t>Curated evaluation set designed to test conflict-resolution.</a:t>
            </a:r>
          </a:p>
          <a:p>
            <a:pPr lvl="2"/>
            <a:r>
              <a:t>Congruent: Text matches image (e.g., Promotion + Celebration).</a:t>
            </a:r>
          </a:p>
          <a:p>
            <a:pPr lvl="2"/>
            <a:r>
              <a:t>Incongruent (Masking): Text contradicts image (e.g., 'I am fine' + Crying).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End-to-End Processing Pipeline</a:t>
            </a:r>
          </a:p>
          <a:p>
            <a:pPr lvl="1"/>
            <a:r>
              <a:t>1. Input Collection: Frontend (React) gathers Text + Emoji + Image.</a:t>
            </a:r>
          </a:p>
          <a:p>
            <a:pPr lvl="1"/>
            <a:r>
              <a:t>2. Feature Extraction: Backend (FastAPI) splits modalities.</a:t>
            </a:r>
          </a:p>
          <a:p>
            <a:pPr lvl="1"/>
            <a:r>
              <a:t>3. Image Captioning: BLIP model translates image to text context.</a:t>
            </a:r>
          </a:p>
          <a:p>
            <a:pPr lvl="1"/>
            <a:r>
              <a:t>4. Emoji Semantic Mapping: Translates pictograms to emotional definitions.</a:t>
            </a:r>
          </a:p>
          <a:p>
            <a:pPr lvl="1"/>
            <a:r>
              <a:t>5. Context Assembly: Combines streams into a structured JSON prompt.</a:t>
            </a:r>
          </a:p>
          <a:p>
            <a:pPr lvl="1"/>
            <a:r>
              <a:t>6. Chain-of-Thought Reasoning: LLaMA 3.3 70B processes the prompt.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Tech Stack 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Vision Model: Salesforce/blip-image-captioning-base</a:t>
            </a:r>
          </a:p>
          <a:p>
            <a:pPr lvl="1"/>
            <a:r>
              <a:t>Performs zero-shot image captioning to describe the visual scene.</a:t>
            </a:r>
          </a:p>
          <a:p>
            <a:pPr/>
            <a:r>
              <a:t>Reasoning Engine: LLaMA 3.3 70B (via Groq API)</a:t>
            </a:r>
          </a:p>
          <a:p>
            <a:pPr lvl="1"/>
            <a:r>
              <a:t>Selected for exceptional zero-shot reasoning capabilities.</a:t>
            </a:r>
          </a:p>
          <a:p>
            <a:pPr lvl="1"/>
            <a:r>
              <a:t>Why Groq?: LPU architecture allows massive models to run in &lt; 2 seconds.</a:t>
            </a:r>
          </a:p>
          <a:p>
            <a:pPr lvl="1"/>
            <a:r>
              <a:t>Why low temperature (0.3)?: Ensures analytical, deterministic reasoning.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5-Step Chain-of-Thought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force the LLM to 'think aloud' through 5 strict steps:</a:t>
            </a:r>
          </a:p>
          <a:p>
            <a:pPr lvl="1"/>
            <a:r>
              <a:t>Step 1: Text Analysis (Linguistic content and tone)</a:t>
            </a:r>
          </a:p>
          <a:p>
            <a:pPr lvl="1"/>
            <a:r>
              <a:t>Step 2: Emoji Analysis (Semantic meaning of emojis)</a:t>
            </a:r>
          </a:p>
          <a:p>
            <a:pPr lvl="1"/>
            <a:r>
              <a:t>Step 3: Image Analysis (Emotional context of the BLIP caption)</a:t>
            </a:r>
          </a:p>
          <a:p>
            <a:pPr lvl="1"/>
            <a:r>
              <a:t>Step 4: Conflict Resolution (Compare modalities and detect masking)</a:t>
            </a:r>
          </a:p>
          <a:p>
            <a:pPr lvl="1"/>
            <a:r>
              <a:t>Step 5: Final Prediction &amp; Confidence Score</a:t>
            </a:r>
          </a:p>
          <a:p>
            <a:pPr/>
            <a:r>
              <a:t>This explicit structure dramatically reduces hallucinations.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&amp;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Modern, Client-Server Architecture</a:t>
            </a:r>
          </a:p>
          <a:p>
            <a:pPr lvl="1"/>
            <a:r>
              <a:t>Clean, bold Navy blue interface built with React.</a:t>
            </a:r>
          </a:p>
          <a:p>
            <a:pPr lvl="1"/>
            <a:r>
              <a:t>Supports drag-and-drop image uploads and emoji inputs.</a:t>
            </a:r>
          </a:p>
          <a:p>
            <a:pPr/>
            <a:r>
              <a:t>Explainable AI Output:</a:t>
            </a:r>
          </a:p>
          <a:p>
            <a:pPr lvl="1"/>
            <a:r>
              <a:t>The system doesn't just give an answer; it shows its work.</a:t>
            </a:r>
          </a:p>
          <a:p>
            <a:pPr lvl="1"/>
            <a:r>
              <a:t>Collapsible sections allow users to read the LLM's exact reasoning.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Performance on Complex Modalities:</a:t>
            </a:r>
          </a:p>
          <a:p>
            <a:pPr lvl="1"/>
            <a:r>
              <a:t>Successfully resolves cross-modal conflicts (e.g., Sarcasm, Masking).</a:t>
            </a:r>
          </a:p>
          <a:p>
            <a:pPr lvl="1"/>
            <a:r>
              <a:t>Outperforms unimodal classifiers which default to the dominant text signal.</a:t>
            </a:r>
          </a:p>
          <a:p>
            <a:pPr/>
            <a:r>
              <a:t>Latency &amp; Efficiency:</a:t>
            </a:r>
          </a:p>
          <a:p>
            <a:pPr lvl="1"/>
            <a:r>
              <a:t>End-to-end inference in under 2.5 seconds.</a:t>
            </a:r>
          </a:p>
          <a:p>
            <a:pPr/>
            <a:r>
              <a:t>Heuristic Fallback:</a:t>
            </a:r>
          </a:p>
          <a:p>
            <a:pPr lvl="1"/>
            <a:r>
              <a:t>Maintains a reliable baseline accuracy without LLM access using keyword weighting.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Summary:</a:t>
            </a:r>
          </a:p>
          <a:p>
            <a:pPr lvl="1"/>
            <a:r>
              <a:t>Extending generative CoT reasoning to multimodal inputs yields a robust, accurate system.</a:t>
            </a:r>
          </a:p>
          <a:p>
            <a:pPr lvl="1"/>
            <a:r>
              <a:t>Explicit conflict-resolution prompts overcome limitations of rigid classifiers.</a:t>
            </a:r>
          </a:p>
          <a:p>
            <a:pPr lvl="1"/>
            <a:r>
              <a:t>High explainability builds trust in AI predictions.</a:t>
            </a:r>
          </a:p>
          <a:p>
            <a:pPr/>
            <a:r>
              <a:t>The Generative Paradigm:</a:t>
            </a:r>
          </a:p>
          <a:p>
            <a:pPr lvl="1"/>
            <a:r>
              <a:t>Reasoning step-by-step is fundamentally superior to direct classification for complex human emotions.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Next Steps for Development:</a:t>
            </a:r>
          </a:p>
          <a:p>
            <a:pPr lvl="1"/>
            <a:r>
              <a:t>1. Native Multimodal LLMs (MLLMs):</a:t>
            </a:r>
          </a:p>
          <a:p>
            <a:pPr lvl="2"/>
            <a:r>
              <a:t>Migrating from BLIP + LLaMA to native models like LLaVA or GPT-4V to process images directly without captioning.</a:t>
            </a:r>
          </a:p>
          <a:p>
            <a:pPr lvl="1"/>
            <a:r>
              <a:t>2. Knowledge Distillation:</a:t>
            </a:r>
          </a:p>
          <a:p>
            <a:pPr lvl="2"/>
            <a:r>
              <a:t>Fine-tuning smaller, local models (e.g., LLaMA 3 8B) on the high-quality CoT data generated by the 70B model.</a:t>
            </a:r>
          </a:p>
          <a:p>
            <a:pPr lvl="1"/>
            <a:r>
              <a:t>3. Edge Deployment:</a:t>
            </a:r>
          </a:p>
          <a:p>
            <a:pPr lvl="2"/>
            <a:r>
              <a:t>Running the distilled models entirely on local hardware for privacy-preserving emotion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